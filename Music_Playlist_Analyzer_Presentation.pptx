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6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97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972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7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63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80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464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1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11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965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9474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4786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9855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36357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663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808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56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7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Music Playlist Analyzer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Somya Khurana</a:t>
            </a:r>
          </a:p>
          <a:p>
            <a:r>
              <a:rPr lang="en-IN" dirty="0"/>
              <a:t>12507049</a:t>
            </a:r>
          </a:p>
          <a:p>
            <a:r>
              <a:rPr lang="en-IN" dirty="0"/>
              <a:t>MSc Data Science (D2538)</a:t>
            </a:r>
            <a:endParaRPr dirty="0"/>
          </a:p>
          <a:p>
            <a:r>
              <a:rPr dirty="0"/>
              <a:t>Department of Computer Applications</a:t>
            </a:r>
            <a:endParaRPr lang="en-US" dirty="0"/>
          </a:p>
          <a:p>
            <a:r>
              <a:rPr lang="en-IN" dirty="0"/>
              <a:t>Roll No : RD2538A02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Problem: Manual playlist management lacks analytics and personalization.</a:t>
            </a:r>
          </a:p>
          <a:p>
            <a:r>
              <a:rPr dirty="0"/>
              <a:t>Objectives:</a:t>
            </a:r>
          </a:p>
          <a:p>
            <a:r>
              <a:rPr dirty="0"/>
              <a:t>Build a system to manage songs, playlists, and users.</a:t>
            </a:r>
          </a:p>
          <a:p>
            <a:r>
              <a:rPr dirty="0"/>
              <a:t>Provide analytics like top artists, genres, playlist stats.</a:t>
            </a:r>
          </a:p>
          <a:p>
            <a:r>
              <a:rPr dirty="0"/>
              <a:t>Improve music discovery through data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Proposed Solution / 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web-based music analytics platform.</a:t>
            </a:r>
          </a:p>
          <a:p>
            <a:r>
              <a:t>Features playlist management, song search, analytics dashboards.</a:t>
            </a:r>
          </a:p>
          <a:p>
            <a:r>
              <a:t>Uses SQL + Flask + Matplotlib for visual insights.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/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Components: Database, Backend (Flask), Frontend (HTML/CSS), Analytics Engine.</a:t>
            </a:r>
          </a:p>
          <a:p>
            <a:r>
              <a:t>Workflow: User → Flask App → SQL Queries → Analytics → Visual Output.</a:t>
            </a:r>
          </a:p>
          <a:p>
            <a:r>
              <a:t>Tech Stack: Python, Flask, MySQL, Matplotlib, Bootstrap.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&amp;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dirty="0"/>
              <a:t>Search Songs</a:t>
            </a:r>
          </a:p>
          <a:p>
            <a:r>
              <a:rPr dirty="0"/>
              <a:t> Playlist creation, add/remove songs</a:t>
            </a:r>
          </a:p>
          <a:p>
            <a:r>
              <a:rPr dirty="0"/>
              <a:t> Analytics: Top artists, genre distribution, active hours</a:t>
            </a:r>
          </a:p>
          <a:p>
            <a:r>
              <a:rPr dirty="0"/>
              <a:t> Clean UI with Bootstrap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Verified CRUD operations for songs/playlists.</a:t>
            </a:r>
          </a:p>
          <a:p>
            <a:r>
              <a:rPr dirty="0"/>
              <a:t>Tested analytics outputs (graphs &amp; tables).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7610B7-15F9-C8B7-F568-14BCAB4C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0017" y="3097160"/>
            <a:ext cx="5563966" cy="31297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5540D-83D3-28BC-F02D-C0CFB8D5D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3AC0408-9BF5-74FD-D440-595D0DDF3C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404" y="193189"/>
            <a:ext cx="4353596" cy="244889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F86904-65CA-E754-EBB7-140AC0CC1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0006" y="193189"/>
            <a:ext cx="4068362" cy="31035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852C704-4475-AA29-C5F1-0615A138B7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632" y="2834730"/>
            <a:ext cx="3939802" cy="36619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296CA0-6913-DD61-1B43-94F4455A10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006" y="3718535"/>
            <a:ext cx="4336946" cy="2439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57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73CE3-659C-D5EB-18CB-E49508978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CB9C3F7-3226-8EF1-6805-98EEA2384E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315815"/>
            <a:ext cx="6348413" cy="3570982"/>
          </a:xfrm>
        </p:spPr>
      </p:pic>
    </p:spTree>
    <p:extLst>
      <p:ext uri="{BB962C8B-B14F-4D97-AF65-F5344CB8AC3E}">
        <p14:creationId xmlns:p14="http://schemas.microsoft.com/office/powerpoint/2010/main" val="26721290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Learnings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Challenges: SQL joins, graph rendering in Flask, database expansion.</a:t>
            </a:r>
          </a:p>
          <a:p>
            <a:r>
              <a:t>Learnings: Flask routing, analytics with SQL, using Matplotlib in web apps.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Future Scope:</a:t>
            </a:r>
          </a:p>
          <a:p>
            <a:r>
              <a:rPr dirty="0"/>
              <a:t>Add user recommendations</a:t>
            </a:r>
          </a:p>
          <a:p>
            <a:r>
              <a:rPr dirty="0"/>
              <a:t>Machine learning-based playlist suggestions</a:t>
            </a:r>
          </a:p>
          <a:p>
            <a:r>
              <a:rPr dirty="0"/>
              <a:t>Real-time streaming analytics</a:t>
            </a:r>
          </a:p>
          <a:p>
            <a:r>
              <a:rPr dirty="0"/>
              <a:t>Conclusion: Successfully built a playlist analyzer with visualization insights.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7200" b="1" dirty="0">
                <a:latin typeface="Algerian" panose="04020705040A02060702" pitchFamily="82" charset="0"/>
              </a:rPr>
              <a:t>thankyou</a:t>
            </a:r>
            <a:endParaRPr sz="7200" b="1" dirty="0">
              <a:latin typeface="Algerian" panose="04020705040A02060702" pitchFamily="8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194</TotalTime>
  <Words>257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Algerian</vt:lpstr>
      <vt:lpstr>Arial</vt:lpstr>
      <vt:lpstr>Trebuchet MS</vt:lpstr>
      <vt:lpstr>Wingdings 3</vt:lpstr>
      <vt:lpstr>Facet</vt:lpstr>
      <vt:lpstr>Music Playlist Analyzer Project</vt:lpstr>
      <vt:lpstr>Problem Statement &amp; Objectives</vt:lpstr>
      <vt:lpstr>Proposed Solution / System Overview</vt:lpstr>
      <vt:lpstr>System Architecture / Design</vt:lpstr>
      <vt:lpstr>Implementation &amp; Key Features</vt:lpstr>
      <vt:lpstr>Results &amp; Testing</vt:lpstr>
      <vt:lpstr>PowerPoint Presentation</vt:lpstr>
      <vt:lpstr>PowerPoint Presentation</vt:lpstr>
      <vt:lpstr>Challenges &amp; Learnings</vt:lpstr>
      <vt:lpstr>Future Scope &amp; 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somya khurana</cp:lastModifiedBy>
  <cp:revision>5</cp:revision>
  <dcterms:created xsi:type="dcterms:W3CDTF">2013-01-27T09:14:16Z</dcterms:created>
  <dcterms:modified xsi:type="dcterms:W3CDTF">2025-11-28T08:25:15Z</dcterms:modified>
  <cp:category/>
</cp:coreProperties>
</file>